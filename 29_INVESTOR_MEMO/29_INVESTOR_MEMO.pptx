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*Api-Oss-Workflows* is the API gateway layer exposing PAX with per-request AIOSS cryptographic receipts.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