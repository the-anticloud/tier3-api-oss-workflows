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$1,000,000 — Api-Oss-Workflows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Startup | 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Series A signal / design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